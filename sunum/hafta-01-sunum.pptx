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apak" id="{5b750e6e-6850-fa73-a787-de7b2e686ed1}">
          <p14:sldIdLst>
            <p14:sldId id="256"/>
          </p14:sldIdLst>
        </p14:section>
        <p14:section name="Görevler" id="{ddac8d9e-fda8-7db8-94cc-b0b0f4259015}">
          <p14:sldIdLst>
            <p14:sldId id="257"/>
          </p14:sldIdLst>
        </p14:section>
        <p14:section name="Çıktılar" id="{11d1ed0c-43ef-3ce6-00d6-ff16d70c6e67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Nova Beauty projesinin tanımlama haftasıydı. Yedi kişilik ekibin her üyesi bir görev aldı ve görevler sırayla tamamlandı. Çıktıların tamamı bz313-2026-grup1 deposundaki docs klasöründe.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Emre grup kararlarını tutanağa geçirdi, Emine bu kararlara göre Trello kartlarını açtı. Mehmet Emin kapsamı ve gereksinimleri çıkardı; Elif bu listeyle müşterimiz Talha Çalışkan ile görüştü, Ecem görüşmede mevcut durumu ölçtü. Ömer riskleri ve test listesini hazırladı, ben de hepsini rapor ve depoda birleştirdim.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Haftanın sonunda altı belge depoya eklendi. En riskli parça randevu talebi akışı; bu yüzden WhatsApp kısa linkini yedek olarak hazır tutuyoruz. İkinci hafta prototipi depoya alıp sayfaları geliştireceğiz ve müşteriden geri bildirim alacağız.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BZ313 · Nova Beauty · 1. Hafta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Beauty · 1. Hafta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Görevler nasıl ve kim tarafından tamamlandı</a:t>
            </a:r>
            <a:endParaRPr lang="en-US" sz="2200" dirty="0"/>
          </a:p>
        </p:txBody>
      </p:sp>
      <p:sp>
        <p:nvSpPr>
          <p:cNvPr id="4" name="stat-1"/>
          <p:cNvSpPr/>
          <p:nvPr/>
        </p:nvSpPr>
        <p:spPr>
          <a:xfrm>
            <a:off x="731520" y="3566160"/>
            <a:ext cx="3200400" cy="1737360"/>
          </a:xfrm>
          <a:prstGeom prst="roundRect">
            <a:avLst>
              <a:gd name="adj" fmla="val 789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at-1-num"/>
          <p:cNvSpPr txBox="1"/>
          <p:nvPr/>
        </p:nvSpPr>
        <p:spPr>
          <a:xfrm>
            <a:off x="100584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6" name="stat-1-label"/>
          <p:cNvSpPr txBox="1"/>
          <p:nvPr/>
        </p:nvSpPr>
        <p:spPr>
          <a:xfrm>
            <a:off x="100584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üye, her birine bir görev</a:t>
            </a:r>
            <a:endParaRPr lang="en-US" sz="1600" dirty="0"/>
          </a:p>
        </p:txBody>
      </p:sp>
      <p:sp>
        <p:nvSpPr>
          <p:cNvPr id="7" name="stat-2"/>
          <p:cNvSpPr/>
          <p:nvPr/>
        </p:nvSpPr>
        <p:spPr>
          <a:xfrm>
            <a:off x="4297680" y="3566160"/>
            <a:ext cx="3200400" cy="1737360"/>
          </a:xfrm>
          <a:prstGeom prst="roundRect">
            <a:avLst>
              <a:gd name="adj" fmla="val 789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stat-2-num"/>
          <p:cNvSpPr txBox="1"/>
          <p:nvPr/>
        </p:nvSpPr>
        <p:spPr>
          <a:xfrm>
            <a:off x="45720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000" dirty="0"/>
          </a:p>
        </p:txBody>
      </p:sp>
      <p:sp>
        <p:nvSpPr>
          <p:cNvPr id="9" name="stat-2-label"/>
          <p:cNvSpPr txBox="1"/>
          <p:nvPr/>
        </p:nvSpPr>
        <p:spPr>
          <a:xfrm>
            <a:off x="457200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görev sırayla tamamlandı</a:t>
            </a:r>
            <a:endParaRPr lang="en-US" sz="1600" dirty="0"/>
          </a:p>
        </p:txBody>
      </p:sp>
      <p:sp>
        <p:nvSpPr>
          <p:cNvPr id="10" name="stat-3"/>
          <p:cNvSpPr/>
          <p:nvPr/>
        </p:nvSpPr>
        <p:spPr>
          <a:xfrm>
            <a:off x="7863840" y="3566160"/>
            <a:ext cx="3200400" cy="1737360"/>
          </a:xfrm>
          <a:prstGeom prst="roundRect">
            <a:avLst>
              <a:gd name="adj" fmla="val 7895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stat-3-num"/>
          <p:cNvSpPr txBox="1"/>
          <p:nvPr/>
        </p:nvSpPr>
        <p:spPr>
          <a:xfrm>
            <a:off x="813816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2" name="stat-3-label"/>
          <p:cNvSpPr txBox="1"/>
          <p:nvPr/>
        </p:nvSpPr>
        <p:spPr>
          <a:xfrm>
            <a:off x="813816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belge depoya eklendi</a:t>
            </a:r>
            <a:endParaRPr lang="en-US" sz="1600" dirty="0"/>
          </a:p>
        </p:txBody>
      </p:sp>
      <p:sp>
        <p:nvSpPr>
          <p:cNvPr id="13" name="kapak-alt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Müşteri: Talha Çalışkan  ·  Depo: bz313-2026-grup1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Görevler bu sırayla tamamlandı</a:t>
            </a:r>
            <a:endParaRPr lang="en-US" sz="3600" dirty="0"/>
          </a:p>
        </p:txBody>
      </p:sp>
      <p:sp>
        <p:nvSpPr>
          <p:cNvPr id="3" name="baslik-1"/>
          <p:cNvSpPr txBox="1"/>
          <p:nvPr/>
        </p:nvSpPr>
        <p:spPr>
          <a:xfrm>
            <a:off x="14173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Üye</a:t>
            </a:r>
            <a:endParaRPr lang="en-US" sz="1100" dirty="0"/>
          </a:p>
        </p:txBody>
      </p:sp>
      <p:sp>
        <p:nvSpPr>
          <p:cNvPr id="4" name="baslik-2"/>
          <p:cNvSpPr txBox="1"/>
          <p:nvPr/>
        </p:nvSpPr>
        <p:spPr>
          <a:xfrm>
            <a:off x="425196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Görev</a:t>
            </a:r>
            <a:endParaRPr lang="en-US" sz="1100" dirty="0"/>
          </a:p>
        </p:txBody>
      </p:sp>
      <p:sp>
        <p:nvSpPr>
          <p:cNvPr id="5" name="baslik-3"/>
          <p:cNvSpPr txBox="1"/>
          <p:nvPr/>
        </p:nvSpPr>
        <p:spPr>
          <a:xfrm>
            <a:off x="6995160" y="1234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Nasıl yapıldı</a:t>
            </a:r>
            <a:endParaRPr lang="en-US" sz="1100" dirty="0"/>
          </a:p>
        </p:txBody>
      </p:sp>
      <p:sp>
        <p:nvSpPr>
          <p:cNvPr id="6" name="sira-cizgisi"/>
          <p:cNvSpPr/>
          <p:nvPr/>
        </p:nvSpPr>
        <p:spPr>
          <a:xfrm>
            <a:off x="868680" y="1883664"/>
            <a:ext cx="0" cy="395020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7" name="adim-1"/>
          <p:cNvSpPr/>
          <p:nvPr/>
        </p:nvSpPr>
        <p:spPr>
          <a:xfrm>
            <a:off x="640080" y="1655064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adim-1-no"/>
          <p:cNvSpPr txBox="1"/>
          <p:nvPr/>
        </p:nvSpPr>
        <p:spPr>
          <a:xfrm>
            <a:off x="640080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adim-1-uye"/>
          <p:cNvSpPr txBox="1"/>
          <p:nvPr/>
        </p:nvSpPr>
        <p:spPr>
          <a:xfrm>
            <a:off x="1417320" y="1554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Emre Gültekin</a:t>
            </a:r>
            <a:endParaRPr lang="en-US" sz="1600" dirty="0"/>
          </a:p>
        </p:txBody>
      </p:sp>
      <p:sp>
        <p:nvSpPr>
          <p:cNvPr id="10" name="adim-1-gorev"/>
          <p:cNvSpPr txBox="1"/>
          <p:nvPr/>
        </p:nvSpPr>
        <p:spPr>
          <a:xfrm>
            <a:off x="4251960" y="155448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Grup kararları</a:t>
            </a:r>
            <a:endParaRPr lang="en-US" sz="1500" dirty="0"/>
          </a:p>
        </p:txBody>
      </p:sp>
      <p:sp>
        <p:nvSpPr>
          <p:cNvPr id="11" name="adim-1-nasil"/>
          <p:cNvSpPr txBox="1"/>
          <p:nvPr/>
        </p:nvSpPr>
        <p:spPr>
          <a:xfrm>
            <a:off x="6995160" y="155448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kararı sorumlularıyla tutanağa yazdı, ekip onayına sundu</a:t>
            </a:r>
            <a:endParaRPr lang="en-US" sz="1400" dirty="0"/>
          </a:p>
        </p:txBody>
      </p:sp>
      <p:sp>
        <p:nvSpPr>
          <p:cNvPr id="12" name="ayrac-1"/>
          <p:cNvSpPr/>
          <p:nvPr/>
        </p:nvSpPr>
        <p:spPr>
          <a:xfrm>
            <a:off x="1417320" y="2212848"/>
            <a:ext cx="1019556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3" name="adim-2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adim-2-no"/>
          <p:cNvSpPr txBox="1"/>
          <p:nvPr/>
        </p:nvSpPr>
        <p:spPr>
          <a:xfrm>
            <a:off x="6400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adim-2-uye"/>
          <p:cNvSpPr txBox="1"/>
          <p:nvPr/>
        </p:nvSpPr>
        <p:spPr>
          <a:xfrm>
            <a:off x="1417320" y="22128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Emine Nur</a:t>
            </a:r>
            <a:endParaRPr lang="en-US" sz="1600" dirty="0"/>
          </a:p>
        </p:txBody>
      </p:sp>
      <p:sp>
        <p:nvSpPr>
          <p:cNvPr id="16" name="adim-2-gorev"/>
          <p:cNvSpPr txBox="1"/>
          <p:nvPr/>
        </p:nvSpPr>
        <p:spPr>
          <a:xfrm>
            <a:off x="4251960" y="22128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Trello panosu</a:t>
            </a:r>
            <a:endParaRPr lang="en-US" sz="1500" dirty="0"/>
          </a:p>
        </p:txBody>
      </p:sp>
      <p:sp>
        <p:nvSpPr>
          <p:cNvPr id="17" name="adim-2-nasil"/>
          <p:cNvSpPr txBox="1"/>
          <p:nvPr/>
        </p:nvSpPr>
        <p:spPr>
          <a:xfrm>
            <a:off x="6995160" y="221284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Panoyu kurdu, 1. hafta kartlarını sahiplerine atadı</a:t>
            </a:r>
            <a:endParaRPr lang="en-US" sz="1400" dirty="0"/>
          </a:p>
        </p:txBody>
      </p:sp>
      <p:sp>
        <p:nvSpPr>
          <p:cNvPr id="18" name="ayrac-2"/>
          <p:cNvSpPr/>
          <p:nvPr/>
        </p:nvSpPr>
        <p:spPr>
          <a:xfrm>
            <a:off x="1417320" y="2871216"/>
            <a:ext cx="1019556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9" name="adim-3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adim-3-no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adim-3-uye"/>
          <p:cNvSpPr txBox="1"/>
          <p:nvPr/>
        </p:nvSpPr>
        <p:spPr>
          <a:xfrm>
            <a:off x="1417320" y="28712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Mehmet Emin Gülseren</a:t>
            </a:r>
            <a:endParaRPr lang="en-US" sz="1600" dirty="0"/>
          </a:p>
        </p:txBody>
      </p:sp>
      <p:sp>
        <p:nvSpPr>
          <p:cNvPr id="22" name="adim-3-gorev"/>
          <p:cNvSpPr txBox="1"/>
          <p:nvPr/>
        </p:nvSpPr>
        <p:spPr>
          <a:xfrm>
            <a:off x="4251960" y="287121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Kapsam ve gereksinimler</a:t>
            </a:r>
            <a:endParaRPr lang="en-US" sz="1500" dirty="0"/>
          </a:p>
        </p:txBody>
      </p:sp>
      <p:sp>
        <p:nvSpPr>
          <p:cNvPr id="23" name="adim-3-nasil"/>
          <p:cNvSpPr txBox="1"/>
          <p:nvPr/>
        </p:nvSpPr>
        <p:spPr>
          <a:xfrm>
            <a:off x="6995160" y="28712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kullanıcı hikâyesini kabul kriterleriyle çıkardı, kapsam dışını netleştirdi</a:t>
            </a:r>
            <a:endParaRPr lang="en-US" sz="1400" dirty="0"/>
          </a:p>
        </p:txBody>
      </p:sp>
      <p:sp>
        <p:nvSpPr>
          <p:cNvPr id="24" name="ayrac-3"/>
          <p:cNvSpPr/>
          <p:nvPr/>
        </p:nvSpPr>
        <p:spPr>
          <a:xfrm>
            <a:off x="1417320" y="3529584"/>
            <a:ext cx="1019556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5" name="adim-4"/>
          <p:cNvSpPr/>
          <p:nvPr/>
        </p:nvSpPr>
        <p:spPr>
          <a:xfrm>
            <a:off x="640080" y="3630168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adim-4-no"/>
          <p:cNvSpPr txBox="1"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adim-4-uye"/>
          <p:cNvSpPr txBox="1"/>
          <p:nvPr/>
        </p:nvSpPr>
        <p:spPr>
          <a:xfrm>
            <a:off x="1417320" y="35295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Elif Sinem Hameş</a:t>
            </a:r>
            <a:endParaRPr lang="en-US" sz="1600" dirty="0"/>
          </a:p>
        </p:txBody>
      </p:sp>
      <p:sp>
        <p:nvSpPr>
          <p:cNvPr id="28" name="adim-4-gorev"/>
          <p:cNvSpPr txBox="1"/>
          <p:nvPr/>
        </p:nvSpPr>
        <p:spPr>
          <a:xfrm>
            <a:off x="4251960" y="35295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Müşteri görüşmesi</a:t>
            </a:r>
            <a:endParaRPr lang="en-US" sz="1500" dirty="0"/>
          </a:p>
        </p:txBody>
      </p:sp>
      <p:sp>
        <p:nvSpPr>
          <p:cNvPr id="29" name="adim-4-nasil"/>
          <p:cNvSpPr txBox="1"/>
          <p:nvPr/>
        </p:nvSpPr>
        <p:spPr>
          <a:xfrm>
            <a:off x="6995160" y="352958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Talha Çalışkan ile Zoom görüşmesini yürüttü, kapsamı ve kanvası müşteriyle gözden geçirdi</a:t>
            </a:r>
            <a:endParaRPr lang="en-US" sz="1400" dirty="0"/>
          </a:p>
        </p:txBody>
      </p:sp>
      <p:sp>
        <p:nvSpPr>
          <p:cNvPr id="30" name="ayrac-4"/>
          <p:cNvSpPr/>
          <p:nvPr/>
        </p:nvSpPr>
        <p:spPr>
          <a:xfrm>
            <a:off x="1417320" y="4187952"/>
            <a:ext cx="1019556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1" name="adim-5"/>
          <p:cNvSpPr/>
          <p:nvPr/>
        </p:nvSpPr>
        <p:spPr>
          <a:xfrm>
            <a:off x="640080" y="4288536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2" name="adim-5-no"/>
          <p:cNvSpPr txBox="1"/>
          <p:nvPr/>
        </p:nvSpPr>
        <p:spPr>
          <a:xfrm>
            <a:off x="64008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adim-5-uye"/>
          <p:cNvSpPr txBox="1"/>
          <p:nvPr/>
        </p:nvSpPr>
        <p:spPr>
          <a:xfrm>
            <a:off x="1417320" y="418795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Ecem Hüsrevoğlu</a:t>
            </a:r>
            <a:endParaRPr lang="en-US" sz="1600" dirty="0"/>
          </a:p>
        </p:txBody>
      </p:sp>
      <p:sp>
        <p:nvSpPr>
          <p:cNvPr id="34" name="adim-5-gorev"/>
          <p:cNvSpPr txBox="1"/>
          <p:nvPr/>
        </p:nvSpPr>
        <p:spPr>
          <a:xfrm>
            <a:off x="4251960" y="41879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Mevcut durum ölçümü</a:t>
            </a:r>
            <a:endParaRPr lang="en-US" sz="1500" dirty="0"/>
          </a:p>
        </p:txBody>
      </p:sp>
      <p:sp>
        <p:nvSpPr>
          <p:cNvPr id="35" name="adim-5-nasil"/>
          <p:cNvSpPr txBox="1"/>
          <p:nvPr/>
        </p:nvSpPr>
        <p:spPr>
          <a:xfrm>
            <a:off x="6995160" y="418795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Görüşmede süre, kişi ve hafta sorularını sordu, görüşme tutanağını yazdı</a:t>
            </a:r>
            <a:endParaRPr lang="en-US" sz="1400" dirty="0"/>
          </a:p>
        </p:txBody>
      </p:sp>
      <p:sp>
        <p:nvSpPr>
          <p:cNvPr id="36" name="ayrac-5"/>
          <p:cNvSpPr/>
          <p:nvPr/>
        </p:nvSpPr>
        <p:spPr>
          <a:xfrm>
            <a:off x="1417320" y="4846320"/>
            <a:ext cx="1019556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7" name="adim-6"/>
          <p:cNvSpPr/>
          <p:nvPr/>
        </p:nvSpPr>
        <p:spPr>
          <a:xfrm>
            <a:off x="640080" y="4946904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8" name="adim-6-no"/>
          <p:cNvSpPr txBox="1"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adim-6-uye"/>
          <p:cNvSpPr txBox="1"/>
          <p:nvPr/>
        </p:nvSpPr>
        <p:spPr>
          <a:xfrm>
            <a:off x="1417320" y="48463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Ömer Faruk Haskul</a:t>
            </a:r>
            <a:endParaRPr lang="en-US" sz="1600" dirty="0"/>
          </a:p>
        </p:txBody>
      </p:sp>
      <p:sp>
        <p:nvSpPr>
          <p:cNvPr id="40" name="adim-6-gorev"/>
          <p:cNvSpPr txBox="1"/>
          <p:nvPr/>
        </p:nvSpPr>
        <p:spPr>
          <a:xfrm>
            <a:off x="4251960" y="4846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Risk ve test</a:t>
            </a:r>
            <a:endParaRPr lang="en-US" sz="1500" dirty="0"/>
          </a:p>
        </p:txBody>
      </p:sp>
      <p:sp>
        <p:nvSpPr>
          <p:cNvPr id="41" name="adim-6-nasil"/>
          <p:cNvSpPr txBox="1"/>
          <p:nvPr/>
        </p:nvSpPr>
        <p:spPr>
          <a:xfrm>
            <a:off x="6995160" y="484632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riski puanladı, en riskli parçayı belirledi, test kontrol listesini hazırladı</a:t>
            </a:r>
            <a:endParaRPr lang="en-US" sz="1400" dirty="0"/>
          </a:p>
        </p:txBody>
      </p:sp>
      <p:sp>
        <p:nvSpPr>
          <p:cNvPr id="42" name="ayrac-6"/>
          <p:cNvSpPr/>
          <p:nvPr/>
        </p:nvSpPr>
        <p:spPr>
          <a:xfrm>
            <a:off x="1417320" y="5504688"/>
            <a:ext cx="1019556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3" name="adim-7"/>
          <p:cNvSpPr/>
          <p:nvPr/>
        </p:nvSpPr>
        <p:spPr>
          <a:xfrm>
            <a:off x="640080" y="5605272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4" name="adim-7-no"/>
          <p:cNvSpPr txBox="1"/>
          <p:nvPr/>
        </p:nvSpPr>
        <p:spPr>
          <a:xfrm>
            <a:off x="64008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45" name="adim-7-uye"/>
          <p:cNvSpPr txBox="1"/>
          <p:nvPr/>
        </p:nvSpPr>
        <p:spPr>
          <a:xfrm>
            <a:off x="1417320" y="55046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Ali Tayyip Orbay</a:t>
            </a:r>
            <a:endParaRPr lang="en-US" sz="1600" dirty="0"/>
          </a:p>
        </p:txBody>
      </p:sp>
      <p:sp>
        <p:nvSpPr>
          <p:cNvPr id="46" name="adim-7-gorev"/>
          <p:cNvSpPr txBox="1"/>
          <p:nvPr/>
        </p:nvSpPr>
        <p:spPr>
          <a:xfrm>
            <a:off x="4251960" y="55046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Rapor, depo, sunum</a:t>
            </a:r>
            <a:endParaRPr lang="en-US" sz="1500" dirty="0"/>
          </a:p>
        </p:txBody>
      </p:sp>
      <p:sp>
        <p:nvSpPr>
          <p:cNvPr id="47" name="adim-7-nasil"/>
          <p:cNvSpPr txBox="1"/>
          <p:nvPr/>
        </p:nvSpPr>
        <p:spPr>
          <a:xfrm>
            <a:off x="6995160" y="550468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Çıktıları haftalık raporda birleştirdi, bz313-2026-grup1 deposuna yükledi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Çıktılar depoda, sırada prototip var</a:t>
            </a:r>
            <a:endParaRPr lang="en-US" sz="3600" dirty="0"/>
          </a:p>
        </p:txBody>
      </p:sp>
      <p:sp>
        <p:nvSpPr>
          <p:cNvPr id="3" name="belgeler-baslik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Depoya eklenen belgeler · docs/hafta-01</a:t>
            </a:r>
            <a:endParaRPr lang="en-US" sz="1800" dirty="0"/>
          </a:p>
        </p:txBody>
      </p:sp>
      <p:sp>
        <p:nvSpPr>
          <p:cNvPr id="4" name="belge-1"/>
          <p:cNvSpPr/>
          <p:nvPr/>
        </p:nvSpPr>
        <p:spPr>
          <a:xfrm>
            <a:off x="548640" y="182880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elge-1-no"/>
          <p:cNvSpPr txBox="1"/>
          <p:nvPr/>
        </p:nvSpPr>
        <p:spPr>
          <a:xfrm>
            <a:off x="777240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belge-1-ad"/>
          <p:cNvSpPr txBox="1"/>
          <p:nvPr/>
        </p:nvSpPr>
        <p:spPr>
          <a:xfrm>
            <a:off x="77724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Grup kararları</a:t>
            </a:r>
            <a:endParaRPr lang="en-US" sz="1600" dirty="0"/>
          </a:p>
        </p:txBody>
      </p:sp>
      <p:sp>
        <p:nvSpPr>
          <p:cNvPr id="7" name="belge-1-sahip"/>
          <p:cNvSpPr txBox="1"/>
          <p:nvPr/>
        </p:nvSpPr>
        <p:spPr>
          <a:xfrm>
            <a:off x="77724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Emre</a:t>
            </a:r>
            <a:endParaRPr lang="en-US" sz="1300" dirty="0"/>
          </a:p>
        </p:txBody>
      </p:sp>
      <p:sp>
        <p:nvSpPr>
          <p:cNvPr id="8" name="belge-2"/>
          <p:cNvSpPr/>
          <p:nvPr/>
        </p:nvSpPr>
        <p:spPr>
          <a:xfrm>
            <a:off x="3794760" y="182880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belge-2-no"/>
          <p:cNvSpPr txBox="1"/>
          <p:nvPr/>
        </p:nvSpPr>
        <p:spPr>
          <a:xfrm>
            <a:off x="4023360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belge-2-ad"/>
          <p:cNvSpPr txBox="1"/>
          <p:nvPr/>
        </p:nvSpPr>
        <p:spPr>
          <a:xfrm>
            <a:off x="402336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Trello kartları</a:t>
            </a:r>
            <a:endParaRPr lang="en-US" sz="1600" dirty="0"/>
          </a:p>
        </p:txBody>
      </p:sp>
      <p:sp>
        <p:nvSpPr>
          <p:cNvPr id="11" name="belge-2-sahip"/>
          <p:cNvSpPr txBox="1"/>
          <p:nvPr/>
        </p:nvSpPr>
        <p:spPr>
          <a:xfrm>
            <a:off x="402336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Emine</a:t>
            </a:r>
            <a:endParaRPr lang="en-US" sz="1300" dirty="0"/>
          </a:p>
        </p:txBody>
      </p:sp>
      <p:sp>
        <p:nvSpPr>
          <p:cNvPr id="12" name="belge-3"/>
          <p:cNvSpPr/>
          <p:nvPr/>
        </p:nvSpPr>
        <p:spPr>
          <a:xfrm>
            <a:off x="548640" y="315468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belge-3-no"/>
          <p:cNvSpPr txBox="1"/>
          <p:nvPr/>
        </p:nvSpPr>
        <p:spPr>
          <a:xfrm>
            <a:off x="77724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belge-3-ad"/>
          <p:cNvSpPr txBox="1"/>
          <p:nvPr/>
        </p:nvSpPr>
        <p:spPr>
          <a:xfrm>
            <a:off x="777240" y="3611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Müşteri görüşmesi</a:t>
            </a:r>
            <a:endParaRPr lang="en-US" sz="1600" dirty="0"/>
          </a:p>
        </p:txBody>
      </p:sp>
      <p:sp>
        <p:nvSpPr>
          <p:cNvPr id="15" name="belge-3-sahip"/>
          <p:cNvSpPr txBox="1"/>
          <p:nvPr/>
        </p:nvSpPr>
        <p:spPr>
          <a:xfrm>
            <a:off x="77724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Elif, Ecem</a:t>
            </a:r>
            <a:endParaRPr lang="en-US" sz="1300" dirty="0"/>
          </a:p>
        </p:txBody>
      </p:sp>
      <p:sp>
        <p:nvSpPr>
          <p:cNvPr id="16" name="belge-4"/>
          <p:cNvSpPr/>
          <p:nvPr/>
        </p:nvSpPr>
        <p:spPr>
          <a:xfrm>
            <a:off x="3794760" y="315468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belge-4-no"/>
          <p:cNvSpPr txBox="1"/>
          <p:nvPr/>
        </p:nvSpPr>
        <p:spPr>
          <a:xfrm>
            <a:off x="402336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belge-4-ad"/>
          <p:cNvSpPr txBox="1"/>
          <p:nvPr/>
        </p:nvSpPr>
        <p:spPr>
          <a:xfrm>
            <a:off x="4023360" y="36118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Fizibilite kanvası</a:t>
            </a:r>
            <a:endParaRPr lang="en-US" sz="1600" dirty="0"/>
          </a:p>
        </p:txBody>
      </p:sp>
      <p:sp>
        <p:nvSpPr>
          <p:cNvPr id="19" name="belge-4-sahip"/>
          <p:cNvSpPr txBox="1"/>
          <p:nvPr/>
        </p:nvSpPr>
        <p:spPr>
          <a:xfrm>
            <a:off x="402336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Elif</a:t>
            </a:r>
            <a:endParaRPr lang="en-US" sz="1300" dirty="0"/>
          </a:p>
        </p:txBody>
      </p:sp>
      <p:sp>
        <p:nvSpPr>
          <p:cNvPr id="20" name="belge-5"/>
          <p:cNvSpPr/>
          <p:nvPr/>
        </p:nvSpPr>
        <p:spPr>
          <a:xfrm>
            <a:off x="548640" y="448056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belge-5-no"/>
          <p:cNvSpPr txBox="1"/>
          <p:nvPr/>
        </p:nvSpPr>
        <p:spPr>
          <a:xfrm>
            <a:off x="77724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belge-5-ad"/>
          <p:cNvSpPr txBox="1"/>
          <p:nvPr/>
        </p:nvSpPr>
        <p:spPr>
          <a:xfrm>
            <a:off x="777240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Kapsam ve gereksinimler</a:t>
            </a:r>
            <a:endParaRPr lang="en-US" sz="1600" dirty="0"/>
          </a:p>
        </p:txBody>
      </p:sp>
      <p:sp>
        <p:nvSpPr>
          <p:cNvPr id="23" name="belge-5-sahip"/>
          <p:cNvSpPr txBox="1"/>
          <p:nvPr/>
        </p:nvSpPr>
        <p:spPr>
          <a:xfrm>
            <a:off x="77724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Mehmet Emin</a:t>
            </a:r>
            <a:endParaRPr lang="en-US" sz="1300" dirty="0"/>
          </a:p>
        </p:txBody>
      </p:sp>
      <p:sp>
        <p:nvSpPr>
          <p:cNvPr id="24" name="belge-6"/>
          <p:cNvSpPr/>
          <p:nvPr/>
        </p:nvSpPr>
        <p:spPr>
          <a:xfrm>
            <a:off x="3794760" y="4480560"/>
            <a:ext cx="3063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belge-6-no"/>
          <p:cNvSpPr txBox="1"/>
          <p:nvPr/>
        </p:nvSpPr>
        <p:spPr>
          <a:xfrm>
            <a:off x="4023360" y="4617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belge-6-ad"/>
          <p:cNvSpPr txBox="1"/>
          <p:nvPr/>
        </p:nvSpPr>
        <p:spPr>
          <a:xfrm>
            <a:off x="4023360" y="4937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Risk ve test listesi</a:t>
            </a:r>
            <a:endParaRPr lang="en-US" sz="1600" dirty="0"/>
          </a:p>
        </p:txBody>
      </p:sp>
      <p:sp>
        <p:nvSpPr>
          <p:cNvPr id="27" name="belge-6-sahip"/>
          <p:cNvSpPr txBox="1"/>
          <p:nvPr/>
        </p:nvSpPr>
        <p:spPr>
          <a:xfrm>
            <a:off x="402336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Ömer</a:t>
            </a:r>
            <a:endParaRPr lang="en-US" sz="1300" dirty="0"/>
          </a:p>
        </p:txBody>
      </p:sp>
      <p:sp>
        <p:nvSpPr>
          <p:cNvPr id="28" name="risk-kart"/>
          <p:cNvSpPr/>
          <p:nvPr/>
        </p:nvSpPr>
        <p:spPr>
          <a:xfrm>
            <a:off x="7315200" y="1325880"/>
            <a:ext cx="4297680" cy="233172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risk-etiket"/>
          <p:cNvSpPr txBox="1"/>
          <p:nvPr/>
        </p:nvSpPr>
        <p:spPr>
          <a:xfrm>
            <a:off x="75895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En riskli parça</a:t>
            </a:r>
            <a:endParaRPr lang="en-US" sz="1400" dirty="0"/>
          </a:p>
        </p:txBody>
      </p:sp>
      <p:sp>
        <p:nvSpPr>
          <p:cNvPr id="30" name="risk-ad"/>
          <p:cNvSpPr txBox="1"/>
          <p:nvPr/>
        </p:nvSpPr>
        <p:spPr>
          <a:xfrm>
            <a:off x="758952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Randevu talebi akışı</a:t>
            </a:r>
            <a:endParaRPr lang="en-US" sz="2400" dirty="0"/>
          </a:p>
        </p:txBody>
      </p:sp>
      <p:sp>
        <p:nvSpPr>
          <p:cNvPr id="31" name="risk-aciklama"/>
          <p:cNvSpPr txBox="1"/>
          <p:nvPr/>
        </p:nvSpPr>
        <p:spPr>
          <a:xfrm>
            <a:off x="7589520" y="2423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Sitenin tek işlevsel akışı; Instagram hesabına ve müşterinin seçtiği kanala bağlı. Yedek: WhatsApp kısa linki.</a:t>
            </a:r>
            <a:endParaRPr lang="en-US" sz="1400" dirty="0"/>
          </a:p>
        </p:txBody>
      </p:sp>
      <p:sp>
        <p:nvSpPr>
          <p:cNvPr id="32" name="hafta2-baslik"/>
          <p:cNvSpPr txBox="1"/>
          <p:nvPr/>
        </p:nvSpPr>
        <p:spPr>
          <a:xfrm>
            <a:off x="731520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hafta</a:t>
            </a:r>
            <a:endParaRPr lang="en-US" sz="1800" dirty="0"/>
          </a:p>
        </p:txBody>
      </p:sp>
      <p:sp>
        <p:nvSpPr>
          <p:cNvPr id="33" name="hafta2-liste"/>
          <p:cNvSpPr txBox="1"/>
          <p:nvPr/>
        </p:nvSpPr>
        <p:spPr>
          <a:xfrm>
            <a:off x="7315200" y="43434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Prototip depoya alınır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Hizmet, iletişim ve konum sayfaları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Randevu butonu Instagram ve WhatsApp'a bağlanır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Müşteriyle prototip üzerinden geri bildirim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va Beauty">
  <a:themeElements>
    <a:clrScheme name="Nova Beauty">
      <a:dk1>
        <a:srgbClr val="2B1A22"/>
      </a:dk1>
      <a:lt1>
        <a:srgbClr val="FFFFFF"/>
      </a:lt1>
      <a:dk2>
        <a:srgbClr val="6D2E46"/>
      </a:dk2>
      <a:lt2>
        <a:srgbClr val="F8EFF2"/>
      </a:lt2>
      <a:accent1>
        <a:srgbClr val="6D2E46"/>
      </a:accent1>
      <a:accent2>
        <a:srgbClr val="C76B86"/>
      </a:accent2>
      <a:accent3>
        <a:srgbClr val="EBC3D0"/>
      </a:accent3>
      <a:accent4>
        <a:srgbClr val="3D7068"/>
      </a:accent4>
      <a:accent5>
        <a:srgbClr val="A26769"/>
      </a:accent5>
      <a:accent6>
        <a:srgbClr val="8A7F84"/>
      </a:accent6>
      <a:hlink>
        <a:srgbClr val="6D2E46"/>
      </a:hlink>
      <a:folHlink>
        <a:srgbClr val="A26769"/>
      </a:folHlink>
    </a:clrScheme>
    <a:fontScheme name="Nova Beau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Beauty - 1. Hafta</dc:title>
  <dc:subject>PptxGenJS Presentation</dc:subject>
  <dc:creator>Ali Tayyip Orbay</dc:creator>
  <cp:lastModifiedBy>Ali Tayyip Orbay</cp:lastModifiedBy>
  <cp:revision>1</cp:revision>
  <dcterms:created xsi:type="dcterms:W3CDTF">2026-10-20T14:43:50Z</dcterms:created>
  <dcterms:modified xsi:type="dcterms:W3CDTF">2026-10-20T14:43:50Z</dcterms:modified>
</cp:coreProperties>
</file>